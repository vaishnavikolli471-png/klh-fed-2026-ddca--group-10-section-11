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9:41:0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5174" y="167148"/>
            <a:ext cx="97462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3</a:t>
            </a:r>
            <a:r>
              <a:rPr dirty="0"/>
              <a:t>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1700" y="1417320"/>
            <a:ext cx="1794879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55174" y="1417320"/>
            <a:ext cx="148005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5174" y="1783080"/>
            <a:ext cx="1480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Water availability (U)</a:t>
            </a:r>
            <a:br/>
            <a:r>
              <a:t>Full-level condition (S3)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8895" y="1313711"/>
            <a:ext cx="1789177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985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Logic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1755094"/>
            <a:ext cx="1348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AND / NOT gates</a:t>
            </a:r>
            <a:br/>
            <a:r>
              <a:t>Boolean expressions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32704" y="1325880"/>
            <a:ext cx="2017777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1733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1783080"/>
            <a:ext cx="2212848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MUX / Decoder</a:t>
            </a:r>
            <a:br/>
            <a:r>
              <a:t>Decision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6055" y="1293876"/>
            <a:ext cx="215690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4816" y="1417320"/>
            <a:ext cx="22128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783080"/>
            <a:ext cx="2212848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Pump (P)</a:t>
            </a:r>
            <a:br/>
            <a:r>
              <a:t>Alarm (A)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system moves from sensor inputs through digital logic to final control outputs.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modular structure makes the design easier to test and expand.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64774" y="127819"/>
            <a:ext cx="91366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4</a:t>
            </a:r>
            <a:r>
              <a:rPr dirty="0"/>
              <a:t>. Hardware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7858" y="1325880"/>
            <a:ext cx="2085422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65120" y="1406401"/>
            <a:ext cx="1575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Water-Level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4839" y="1933849"/>
            <a:ext cx="1278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Detects water availability and the full-tank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7183" y="1325880"/>
            <a:ext cx="2085422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11296" y="1417320"/>
            <a:ext cx="23042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Logic /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1783080"/>
            <a:ext cx="20441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Processes the binary sensor</a:t>
            </a:r>
            <a:endParaRPr lang="en-IN" dirty="0"/>
          </a:p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1786" y="1325880"/>
            <a:ext cx="2286000" cy="18106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0216" y="1417320"/>
            <a:ext cx="230428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Pump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7" y="1783080"/>
            <a:ext cx="156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Interfaces the control signal </a:t>
            </a:r>
            <a:endParaRPr lang="en-IN" dirty="0"/>
          </a:p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with the pump.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5094" y="1429056"/>
            <a:ext cx="2286000" cy="17074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417320"/>
            <a:ext cx="202996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Alarm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7" y="1783080"/>
            <a:ext cx="143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Indicates the full-tank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Stable power and correct wiring support reliable operation.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Sensor placement should accurately represent the intended tank levels.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9302" y="371784"/>
            <a:ext cx="940209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5</a:t>
            </a:r>
            <a:r>
              <a:rPr dirty="0"/>
              <a:t>. Control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3769" y="1298448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67256" y="1298448"/>
            <a:ext cx="16665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lang="en-IN" dirty="0"/>
              <a:t>      </a:t>
            </a:r>
            <a:r>
              <a:rPr dirty="0"/>
              <a:t>1.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7256" y="1790879"/>
            <a:ext cx="1503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Initialise</a:t>
            </a:r>
            <a:r>
              <a:rPr dirty="0"/>
              <a:t> sensors and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1801" y="1325880"/>
            <a:ext cx="1964199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3510" y="1463040"/>
            <a:ext cx="920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2.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3510" y="1843968"/>
            <a:ext cx="920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Read U and S3.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5354" y="1325880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4080" y="1479982"/>
            <a:ext cx="202996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3.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354" y="1843969"/>
            <a:ext cx="1487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Evaluate the Boolean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1831" y="1323619"/>
            <a:ext cx="22860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9974" y="1417320"/>
            <a:ext cx="114476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4.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7605" y="1783080"/>
            <a:ext cx="2029967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Update Pump and Alarm.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618" y="3337560"/>
            <a:ext cx="9016181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Repeat continuously: read sensors → evaluate logic → update outputs → repeat.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Pump: P = U · S3̅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dirty="0"/>
              <a:t>Alarm: A = S3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2658" y="0"/>
            <a:ext cx="138831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45985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6</a:t>
            </a:r>
            <a:r>
              <a:rPr dirty="0"/>
              <a:t>. Expected Simulation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05293"/>
              </p:ext>
            </p:extLst>
          </p:nvPr>
        </p:nvGraphicFramePr>
        <p:xfrm>
          <a:off x="2084438" y="1622322"/>
          <a:ext cx="7541345" cy="2263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6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Tank condition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Pump P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Alarm A</a:t>
                      </a:r>
                    </a:p>
                  </a:txBody>
                  <a:tcPr>
                    <a:solidFill>
                      <a:srgbClr val="B4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No water / sump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Water available, not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6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Full-level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23463"/>
                          </a:solidFill>
                          <a:latin typeface="Aptos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251960"/>
            <a:ext cx="1005840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     </a:t>
            </a:r>
            <a:r>
              <a:rPr dirty="0"/>
              <a:t>Use these cases as a verification checklist in Logisim/Multisim.</a:t>
            </a:r>
          </a:p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rPr lang="en-IN" dirty="0"/>
              <a:t>         </a:t>
            </a:r>
            <a:r>
              <a:rPr dirty="0"/>
              <a:t>The simulated outputs should match the designed truth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act_style_clea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9174" y="256032"/>
            <a:ext cx="82222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463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7</a:t>
            </a:r>
            <a:r>
              <a:rPr dirty="0"/>
              <a:t>. Applications, Advantages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1986" y="1325880"/>
            <a:ext cx="2472813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69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417320"/>
            <a:ext cx="25528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rPr lang="en-IN" dirty="0"/>
              <a:t>                                        </a:t>
            </a:r>
            <a:r>
              <a:rPr dirty="0"/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8464" y="1828800"/>
            <a:ext cx="2266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rPr dirty="0"/>
              <a:t>Domestic overhead tanks</a:t>
            </a:r>
            <a:br>
              <a:rPr dirty="0"/>
            </a:br>
            <a:r>
              <a:rPr dirty="0"/>
              <a:t>Apartment water systems</a:t>
            </a:r>
            <a:br>
              <a:rPr dirty="0"/>
            </a:br>
            <a:r>
              <a:rPr dirty="0"/>
              <a:t>Irrigation storage</a:t>
            </a:r>
            <a:br>
              <a:rPr dirty="0"/>
            </a:br>
            <a:r>
              <a:rPr dirty="0"/>
              <a:t>Industrial water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71416" y="1417320"/>
            <a:ext cx="3264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1783080"/>
            <a:ext cx="3264408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Overflow protection</a:t>
            </a:r>
            <a:br/>
            <a:r>
              <a:t>Reduced unnecessary pump operation</a:t>
            </a:r>
            <a:br/>
            <a:r>
              <a:t>Simple digital control</a:t>
            </a:r>
            <a:br/>
            <a:r>
              <a:t>Easy simulation and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0456" y="1417320"/>
            <a:ext cx="3264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463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783080"/>
            <a:ext cx="3264408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23463"/>
                </a:solidFill>
                <a:latin typeface="Aptos"/>
              </a:defRPr>
            </a:pPr>
            <a:r>
              <a:t>Multiple level sensors</a:t>
            </a:r>
            <a:br/>
            <a:r>
              <a:t>IoT monitoring</a:t>
            </a:r>
            <a:br/>
            <a:r>
              <a:t>Mobile alerts</a:t>
            </a:r>
            <a:br/>
            <a:r>
              <a:t>Fault detection and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3463"/>
                </a:solidFill>
                <a:latin typeface="Aptos"/>
              </a:defRPr>
            </a:pPr>
            <a:r>
              <a:t>The same digital-logic foundation can be extended to a connected smart-water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CBAB11-08B9-FC3E-F1B8-FDAEDF8ADBAF}"/>
                  </a:ext>
                </a:extLst>
              </p14:cNvPr>
              <p14:cNvContentPartPr/>
              <p14:nvPr/>
            </p14:nvContentPartPr>
            <p14:xfrm>
              <a:off x="2772650" y="183850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CBAB11-08B9-FC3E-F1B8-FDAEDF8ADB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3650" y="182950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50AB475-F361-CFC2-5F4D-6F95C9DB8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7BA8AD-4823-0B2D-A3BB-FBA324C571F3}"/>
              </a:ext>
            </a:extLst>
          </p:cNvPr>
          <p:cNvSpPr txBox="1"/>
          <p:nvPr/>
        </p:nvSpPr>
        <p:spPr>
          <a:xfrm>
            <a:off x="3126658" y="1032387"/>
            <a:ext cx="55352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</a:rPr>
              <a:t>18.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3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331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kollivaishnavi49@outlook.com</cp:lastModifiedBy>
  <cp:revision>2</cp:revision>
  <dcterms:created xsi:type="dcterms:W3CDTF">2013-01-27T09:14:16Z</dcterms:created>
  <dcterms:modified xsi:type="dcterms:W3CDTF">2026-09-24T09:46:43Z</dcterms:modified>
  <cp:category/>
</cp:coreProperties>
</file>